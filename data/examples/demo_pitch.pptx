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 txBox="1"/>
          <p:nvPr/>
        </p:nvSpPr>
        <p:spPr>
          <a:xfrm>
            <a:off x="457200" y="1200000"/>
            <a:ext cx="8229600" cy="800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800" b="1"/>
              <a:t>DocParse: Universal Document Intelligence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2400000"/>
            <a:ext cx="8229600" cy="600000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1800"/>
              <a:t>Revolutionizing Document Parsing and Generation for Modern Enterprises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 txBox="1"/>
          <p:nvPr/>
        </p:nvSpPr>
        <p:spPr>
          <a:xfrm>
            <a:off x="457200" y="1200000"/>
            <a:ext cx="8229600" cy="800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800" b="1"/>
              <a:t>The Document Dilemma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2400000"/>
            <a:ext cx="8229600" cy="600000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1800"/>
              <a:t>Businesses today are overwhelmed by the sheer volume and complexity of document processing, leading to significant inefficiencies and compliance risks.</a:t>
            </a:r>
          </a:p>
        </p:txBody>
      </p:sp>
      <p:sp>
        <p:nvSpPr>
          <p:cNvPr id="4" name="List 4"/>
          <p:cNvSpPr txBox="1"/>
          <p:nvPr/>
        </p:nvSpPr>
        <p:spPr>
          <a:xfrm>
            <a:off x="457200" y="3600000"/>
            <a:ext cx="8229600" cy="1000000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1800"/>
              <a:t>u2022 Manual data extraction from documents is time-consuming and prone to human error.</a:t>
            </a:r>
          </a:p>
          <a:p>
            <a:r>
              <a:rPr lang="en-US" sz="1800"/>
              <a:t>u2022 Fragmented, specialized tools are required for different document types (e.g., invoices, contracts, reports).</a:t>
            </a:r>
          </a:p>
          <a:p>
            <a:r>
              <a:rPr lang="en-US" sz="1800"/>
              <a:t>u2022 Lack of standardized document generation leads to brand inconsistency and compliance headaches.</a:t>
            </a:r>
          </a:p>
          <a:p>
            <a:r>
              <a:rPr lang="en-US" sz="1800"/>
              <a:t>u2022 High operational costs associated with manual document handling and legacy systems.</a:t>
            </a:r>
          </a:p>
          <a:p>
            <a:r>
              <a:rPr lang="en-US" sz="1800"/>
              <a:t>u2022 Difficulty in integrating document workflows with existing enterprise resource planning (ERP) and customer relationship management (CRM) systems.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 txBox="1"/>
          <p:nvPr/>
        </p:nvSpPr>
        <p:spPr>
          <a:xfrm>
            <a:off x="457200" y="1200000"/>
            <a:ext cx="8229600" cy="800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800" b="1"/>
              <a:t>DocParse: Your Unified Document Intelligence Platform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2400000"/>
            <a:ext cx="8229600" cy="600000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1800"/>
              <a:t>DocParse is an all-in-one AI-powered platform designed to intelligently parse, extract, and generate documents, streamlining operations and ensuring data accuracy across your organization.</a:t>
            </a:r>
          </a:p>
        </p:txBody>
      </p:sp>
      <p:sp>
        <p:nvSpPr>
          <p:cNvPr id="4" name="Title 4"/>
          <p:cNvSpPr txBox="1"/>
          <p:nvPr/>
        </p:nvSpPr>
        <p:spPr>
          <a:xfrm>
            <a:off x="457200" y="3600000"/>
            <a:ext cx="8229600" cy="800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800" b="1"/>
              <a:t>Key Features</a:t>
            </a:r>
          </a:p>
        </p:txBody>
      </p:sp>
      <p:sp>
        <p:nvSpPr>
          <p:cNvPr id="5" name="List 5"/>
          <p:cNvSpPr txBox="1"/>
          <p:nvPr/>
        </p:nvSpPr>
        <p:spPr>
          <a:xfrm>
            <a:off x="457200" y="4800000"/>
            <a:ext cx="8229600" cy="1000000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1800"/>
              <a:t>u2022 AI-Powered Data Extraction: Automatically extracts data from structured, semi-structured, and unstructured documents.</a:t>
            </a:r>
          </a:p>
          <a:p>
            <a:r>
              <a:rPr lang="en-US" sz="1800"/>
              <a:t>u2022 Dynamic Document Generation: Create customizable, branded documents using templates and real-time data.</a:t>
            </a:r>
          </a:p>
          <a:p>
            <a:r>
              <a:rPr lang="en-US" sz="1800"/>
              <a:t>u2022 Multi-Format Support: Process and generate documents in PDF, DOCX, XLSX, JSON, XML, and more.</a:t>
            </a:r>
          </a:p>
          <a:p>
            <a:r>
              <a:rPr lang="en-US" sz="1800"/>
              <a:t>u2022 Seamless API Integration: Easily connect DocParse with your existing CRM, ERP, and other business applications.</a:t>
            </a:r>
          </a:p>
          <a:p>
            <a:r>
              <a:rPr lang="en-US" sz="1800"/>
              <a:t>u2022 Advanced Validation &amp; Audit Trails: Ensure data integrity and compliance with robust validation rules and full audit histories.</a:t>
            </a:r>
          </a:p>
          <a:p>
            <a:r>
              <a:rPr lang="en-US" sz="1800"/>
              <a:t>u2022 Scalable Cloud-Native Architecture: Built for high performance and elasticity to meet growing business demands.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 txBox="1"/>
          <p:nvPr/>
        </p:nvSpPr>
        <p:spPr>
          <a:xfrm>
            <a:off x="457200" y="1200000"/>
            <a:ext cx="8229600" cy="800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800" b="1"/>
              <a:t>DocParse vs. The Status Quo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457200" y="2400000"/>
          <a:ext cx="8229600" cy="15000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Manual Processes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Legacy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DocParse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Data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Slow, Error-prone, High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Limited formats, Rule-based, Fragile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AI-driven, Multi-format, High Accuracy, Adaptive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Document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Manual, Inconsistent, Time-consuming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Static templates, Limited data 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Dynamic, Branded, API-driven, Real-time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None, Manual data 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Complex, Custom APIs, High dev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Seamless, Standard REST API, Pre-built connectors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Limited by headcount, Not agile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Expensive upgrades, Vendor lock-in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Cloud-native, On-demand, Cost-effective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Total Cost of Ownership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High labor costs, Hidden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High maintenance, License 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Optimized, Value-driven, ROI focused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 txBox="1"/>
          <p:nvPr/>
        </p:nvSpPr>
        <p:spPr>
          <a:xfrm>
            <a:off x="457200" y="1200000"/>
            <a:ext cx="8229600" cy="800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800" b="1"/>
              <a:t>Ready to Transform Your Document Workflows?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2400000"/>
            <a:ext cx="8229600" cy="600000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1800"/>
              <a:t>DocParse offers an unparalleled opportunity to reduce operational costs, improve data accuracy, and accelerate your business processes, driving efficiency and innovation.</a:t>
            </a:r>
          </a:p>
        </p:txBody>
      </p:sp>
      <p:sp>
        <p:nvSpPr>
          <p:cNvPr id="4" name="Title 4"/>
          <p:cNvSpPr txBox="1"/>
          <p:nvPr/>
        </p:nvSpPr>
        <p:spPr>
          <a:xfrm>
            <a:off x="457200" y="3600000"/>
            <a:ext cx="8229600" cy="800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800" b="1"/>
              <a:t>What's Next?</a:t>
            </a:r>
          </a:p>
        </p:txBody>
      </p:sp>
      <p:sp>
        <p:nvSpPr>
          <p:cNvPr id="5" name="List 5"/>
          <p:cNvSpPr txBox="1"/>
          <p:nvPr/>
        </p:nvSpPr>
        <p:spPr>
          <a:xfrm>
            <a:off x="457200" y="4800000"/>
            <a:ext cx="8229600" cy="1000000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1800"/>
              <a:t>u2022 Schedule a personalized demo to see DocParse in action.</a:t>
            </a:r>
          </a:p>
          <a:p>
            <a:r>
              <a:rPr lang="en-US" sz="1800"/>
              <a:t>u2022 Start your free 30-day trial and experience the difference.</a:t>
            </a:r>
          </a:p>
          <a:p>
            <a:r>
              <a:rPr lang="en-US" sz="1800"/>
              <a:t>u2022 Visit our website: www.docparse.com</a:t>
            </a:r>
          </a:p>
          <a:p>
            <a:r>
              <a:rPr lang="en-US" sz="1800"/>
              <a:t>u2022 Contact our sales team: sales@docparse.com or +1 (800) 555-DOCS</a:t>
            </a:r>
          </a:p>
        </p:txBody>
      </p:sp>
    </p:spTree>
  </p:cSld>
</p:sld>
</file>

<file path=ppt/theme/theme1.xml><?xml version="1.0" encoding="utf-8"?>
<a:theme xmlns:a="http://schemas.openxmlformats.org/drawingml/2006/main" name="DocParse">
  <a:themeElements>
    <a:clrScheme name="DocPars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ocPars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ocPars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