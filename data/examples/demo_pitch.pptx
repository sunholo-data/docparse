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DocParse: Universal Document Intelligence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Parse, Understand, and Generate Any Document with AI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The Unstructured Data Problem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Organizations are drowning in unstructured documents, hindering efficiency and data utilization.</a:t>
            </a:r>
          </a:p>
        </p:txBody>
      </p:sp>
      <p:sp>
        <p:nvSpPr>
          <p:cNvPr id="4" name="List 4"/>
          <p:cNvSpPr txBox="1"/>
          <p:nvPr/>
        </p:nvSpPr>
        <p:spPr>
          <a:xfrm>
            <a:off x="457200" y="36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Manual data extraction is slow, error-prone, and expensive.</a:t>
            </a:r>
          </a:p>
          <a:p>
            <a:r>
              <a:rPr lang="en-US" sz="1800"/>
              <a:t>u2022 Inconsistent document formats lead to integration headaches.</a:t>
            </a:r>
          </a:p>
          <a:p>
            <a:r>
              <a:rPr lang="en-US" sz="1800"/>
              <a:t>u2022 Lack of actionable insights from vast document repositories.</a:t>
            </a:r>
          </a:p>
          <a:p>
            <a:r>
              <a:rPr lang="en-US" sz="1800"/>
              <a:t>u2022 Compliance and audit trails are complex without structured data.</a:t>
            </a:r>
          </a:p>
          <a:p>
            <a:r>
              <a:rPr lang="en-US" sz="1800"/>
              <a:t>u2022 Traditional OCR and RPA tools often fail with complex layouts or diverse document types.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Introducing DocParse: AI-Powered Document Intelligence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DocParse leverages advanced AILANG to parse, understand, and generate content from any document, transforming unstructured data into actionable insights.</a:t>
            </a:r>
          </a:p>
        </p:txBody>
      </p:sp>
      <p:sp>
        <p:nvSpPr>
          <p:cNvPr id="4" name="Title 4"/>
          <p:cNvSpPr txBox="1"/>
          <p:nvPr/>
        </p:nvSpPr>
        <p:spPr>
          <a:xfrm>
            <a:off x="457200" y="36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Key Features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4800000"/>
          <a:ext cx="8229600" cy="1500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Benefit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Universal Parser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Processes invoices, contracts, forms, reports, etc., regardless of layout or format.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Eliminates manual data entry across diverse document types.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Semantic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Extracts meaningful entities, relationships, and context using AILANG.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Enables deeper analysis and automated decision-making.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Intelligent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Automates creation of new documents or reports based on parsed data and templates.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Boosts productivity and ensures compliance.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API-First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Seamlessly integrates with existing enterprise systems (CRM, ERP, DMS).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Quick deployment and immediate value realization.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Competitive Landscape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24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DocParse offers superior flexibility, accuracy, and generation capabilities compared to existing solutions.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3600000"/>
          <a:ext cx="8229600" cy="15000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Traditional OCR/RPA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Specialized Parsers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DocParse (AILANG)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Document Versatility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Limited/Template-based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Good for specific types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Universal &amp; Adaptive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Data Extraction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Low/Medium (layout sensitive)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 (within domain)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Very High (semantic understanding)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Generation Capabilities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None/Basic templating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Advanced &amp; Context-aware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Integration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 (custom rules)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Low (API-first, pre-built connectors)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Cost-Effectiveness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 (maintenance)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Medium/High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High ROI (automation)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AI Language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Rule-based/Basic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Domain-specific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Advanced AILANG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 txBox="1"/>
          <p:nvPr/>
        </p:nvSpPr>
        <p:spPr>
          <a:xfrm>
            <a:off x="457200" y="1200000"/>
            <a:ext cx="8229600" cy="800000"/>
          </a:xfrm>
          <a:prstGeom prst="rect">
            <a:avLst/>
          </a:prstGeom>
        </p:spPr>
        <p:txBody>
          <a:bodyPr wrap="square" rtlCol="0"/>
          <a:lstStyle/>
          <a:p>
            <a:pPr algn="ctr"/>
            <a:r>
              <a:rPr lang="en-US" sz="2800" b="1"/>
              <a:t>Next Steps &amp; Call to Action</a:t>
            </a:r>
          </a:p>
        </p:txBody>
      </p:sp>
      <p:sp>
        <p:nvSpPr>
          <p:cNvPr id="3" name="List 3"/>
          <p:cNvSpPr txBox="1"/>
          <p:nvPr/>
        </p:nvSpPr>
        <p:spPr>
          <a:xfrm>
            <a:off x="457200" y="2400000"/>
            <a:ext cx="8229600" cy="10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u2022 Request a personalized demo to see DocParse in action with your documents.</a:t>
            </a:r>
          </a:p>
          <a:p>
            <a:r>
              <a:rPr lang="en-US" sz="1800"/>
              <a:t>u2022 Explore our API documentation and developer sandbox.</a:t>
            </a:r>
          </a:p>
          <a:p>
            <a:r>
              <a:rPr lang="en-US" sz="1800"/>
              <a:t>u2022 Pilot Program: Join our early access program for customized integration support.</a:t>
            </a:r>
          </a:p>
          <a:p>
            <a:r>
              <a:rPr lang="en-US" sz="1800"/>
              <a:t>u2022 Contact our sales team for a custom quote and ROI analysis.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36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Transform your unstructured data into a strategic asset with DocParse.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4800000"/>
            <a:ext cx="8229600" cy="600000"/>
          </a:xfrm>
          <a:prstGeom prst="rect">
            <a:avLst/>
          </a:prstGeom>
        </p:spPr>
        <p:txBody>
          <a:bodyPr wrap="square" rtlCol="0"/>
          <a:lstStyle/>
          <a:p>
            <a:r>
              <a:rPr lang="en-US" sz="1800"/>
              <a:t>Visit us at www.docparse.ai or email info@docparse.ai</a:t>
            </a:r>
          </a:p>
        </p:txBody>
      </p:sp>
    </p:spTree>
  </p:cSld>
</p:sld>
</file>