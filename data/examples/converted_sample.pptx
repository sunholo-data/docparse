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Introduction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This is a test document for the AILANG DocParse demo. It contains headings, paragraphs, lists, and a table.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457200" y="36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Features</a:t>
            </a:r>
          </a:p>
        </p:txBody>
      </p:sp>
      <p:sp>
        <p:nvSpPr>
          <p:cNvPr id="5" name="List 5"/>
          <p:cNvSpPr txBox="1"/>
          <p:nvPr/>
        </p:nvSpPr>
        <p:spPr>
          <a:xfrm>
            <a:off x="457200" y="48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Pure functional XML parsing</a:t>
            </a:r>
          </a:p>
        </p:txBody>
      </p:sp>
      <p:sp>
        <p:nvSpPr>
          <p:cNvPr id="6" name="List 6"/>
          <p:cNvSpPr txBox="1"/>
          <p:nvPr/>
        </p:nvSpPr>
        <p:spPr>
          <a:xfrm>
            <a:off x="457200" y="60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AI-augmented layout understanding</a:t>
            </a:r>
          </a:p>
        </p:txBody>
      </p:sp>
      <p:sp>
        <p:nvSpPr>
          <p:cNvPr id="7" name="List 7"/>
          <p:cNvSpPr txBox="1"/>
          <p:nvPr/>
        </p:nvSpPr>
        <p:spPr>
          <a:xfrm>
            <a:off x="457200" y="72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Bounded costs via capability budgets</a:t>
            </a:r>
          </a:p>
        </p:txBody>
      </p:sp>
      <p:sp>
        <p:nvSpPr>
          <p:cNvPr id="8" name="Title 8"/>
          <p:cNvSpPr txBox="1"/>
          <p:nvPr/>
        </p:nvSpPr>
        <p:spPr>
          <a:xfrm>
            <a:off x="457200" y="84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Sample Data Table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" y="9600000"/>
          <a:ext cx="8229600" cy="150000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10"/>
          <p:cNvSpPr txBox="1"/>
          <p:nvPr/>
        </p:nvSpPr>
        <p:spPr>
          <a:xfrm>
            <a:off x="457200" y="108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Conclusion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" y="120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AILANG provides type-safe, contract-verified document parsing with bounded AI costs. Pattern matching on XML trees is elegant compared to imperative DOM traversal.</a:t>
            </a:r>
          </a:p>
        </p:txBody>
      </p:sp>
    </p:spTree>
  </p:cSld>
</p:sld>
</file>

<file path=ppt/theme/theme1.xml><?xml version="1.0" encoding="utf-8"?>
<a:theme xmlns:a="http://schemas.openxmlformats.org/drawingml/2006/main" name="DocParse">
  <a:themeElements>
    <a:clrScheme name="DocPars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ocPars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ocPar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